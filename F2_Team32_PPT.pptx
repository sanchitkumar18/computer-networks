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640080"/>
            <a:ext cx="2926080" cy="8095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E3763"/>
                </a:solidFill>
                <a:latin typeface="Times New Roman"/>
              </a:rPr>
              <a:t>Network Traffic Monitoring and Analysis Tool Using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555555"/>
                </a:solidFill>
                <a:latin typeface="Times New Roman"/>
              </a:rPr>
              <a:t>Innovative Evaluation Practices for BCSE308P – Computer Networks Lab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555555"/>
                </a:solidFill>
                <a:latin typeface="Times New Roman"/>
              </a:rPr>
              <a:t>Fall Semester 2026-27</a:t>
            </a:r>
          </a:p>
          <a:p>
            <a:pPr algn="ctr">
              <a:spcAft>
                <a:spcPts val="600"/>
              </a:spcAft>
            </a:pPr>
            <a:r>
              <a:rPr sz="800" b="0">
                <a:solidFill>
                  <a:srgbClr val="555555"/>
                </a:solidFill>
                <a:latin typeface="Times New Roman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02020"/>
                </a:solidFill>
                <a:latin typeface="Times New Roman"/>
              </a:rPr>
              <a:t>Sanchit Kumar  (23BCE0043)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Times New Roman"/>
              </a:rPr>
              <a:t>B.Tech. – Computer Science and Engineering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Times New Roman"/>
              </a:rPr>
              <a:t>School of Computer Science and Engineering, VIT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256032"/>
            <a:ext cx="1554480" cy="430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763"/>
                </a:solidFill>
                <a:latin typeface="Times New Roman"/>
              </a:rPr>
              <a:t>Problem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0480"/>
          </a:xfrm>
          <a:prstGeom prst="rect">
            <a:avLst/>
          </a:prstGeom>
          <a:solidFill>
            <a:srgbClr val="1E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Every network interaction is carried by packets across the TCP/IP layers.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Raw dumps (tcpdump) are accurate but overwhelming — no aggregated view.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Capture needs elevated privileges and a live network just to look.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Goal: readable insight and explainable alerts, demonstrable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256032"/>
            <a:ext cx="1554480" cy="430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763"/>
                </a:solidFill>
                <a:latin typeface="Times New Roman"/>
              </a:rPr>
              <a:t>Existing Approach (Baseline) and Its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0480"/>
          </a:xfrm>
          <a:prstGeom prst="rect">
            <a:avLst/>
          </a:prstGeom>
          <a:solidFill>
            <a:srgbClr val="1E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tcpdump / libpcap: accurate capture, CLI only, no analysis or detection.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Wireshark: deep but heavyweight;  Scapy: a library, not a dashboard.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Signature IDS (Snort/Suricata): opaque to learners, heavy to deploy.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Gap: a lightweight, transparent, offline-capable teaching analyser.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256032"/>
            <a:ext cx="1554480" cy="430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763"/>
                </a:solidFill>
                <a:latin typeface="Times New Roman"/>
              </a:rPr>
              <a:t>Proposed Novelty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0480"/>
          </a:xfrm>
          <a:prstGeom prst="rect">
            <a:avLst/>
          </a:prstGeom>
          <a:solidFill>
            <a:srgbClr val="1E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One normalised, header-only PacketRecord feeds all nine dashboard views.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Five explainable, configurable rules — reason and severity per alert.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Fully offline demo mode with injected ground-truth anomalies.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Refined SYN per-pair port-scan rule removes false positives.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256032"/>
            <a:ext cx="1554480" cy="430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763"/>
                </a:solidFill>
                <a:latin typeface="Times New Roman"/>
              </a:rPr>
              <a:t>Architecture /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0480"/>
          </a:xfrm>
          <a:prstGeom prst="rect">
            <a:avLst/>
          </a:prstGeom>
          <a:solidFill>
            <a:srgbClr val="1E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source → threaded CaptureWorker → bounded thread-safe queue.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parse_packet → PacketRecord (memory-bounded) → pandas DataFrame.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analyzer + anomaly detector + filters + report generator.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Presented through a nine-page Streamlit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256032"/>
            <a:ext cx="1554480" cy="430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763"/>
                </a:solidFill>
                <a:latin typeface="Times New Roman"/>
              </a:rPr>
              <a:t>Implementation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0480"/>
          </a:xfrm>
          <a:prstGeom prst="rect">
            <a:avLst/>
          </a:prstGeom>
          <a:solidFill>
            <a:srgbClr val="1E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Python 3.11 with Scapy, Streamlit, pandas, Plotly and SQLite.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Eleven modules with clean separation of capture, analysis and UI.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37 pytest tests using synthetic packet fixtures (no privileges).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Reproducible demo generator with a fixed random seed.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256032"/>
            <a:ext cx="1554480" cy="430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763"/>
                </a:solidFill>
                <a:latin typeface="Times New Roman"/>
              </a:rPr>
              <a:t>Scenarios and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0480"/>
          </a:xfrm>
          <a:prstGeom prst="rect">
            <a:avLst/>
          </a:prstGeom>
          <a:solidFill>
            <a:srgbClr val="1E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Load scenarios: S1 = 693, S2 = 2,293, S3 = 8,293 packets.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Throughput (packets/second) and processing latency (milliseconds).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Detection coverage and false positives on clean traffic.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Deterministic, repeated runs reported as mean ± SD.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256032"/>
            <a:ext cx="1554480" cy="430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763"/>
                </a:solidFill>
                <a:latin typeface="Times New Roman"/>
              </a:rPr>
              <a:t>Results (Baseline vs Proposed)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0480"/>
          </a:xfrm>
          <a:prstGeom prst="rect">
            <a:avLst/>
          </a:prstGeom>
          <a:solidFill>
            <a:srgbClr val="1E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Throughput rises from ~29k to ~76k pkt/s as load scales.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Injected anomalies detected: 4 of 4 (3 of 4 at high load).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Port-scan false positives: 3 / 8 / 8  →  0 / 0 / 0 after refinement.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Analysis comfortably exceeds typical classroom capture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256032"/>
            <a:ext cx="1554480" cy="430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763"/>
                </a:solidFill>
                <a:latin typeface="Times New Roman"/>
              </a:rPr>
              <a:t>Analysis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0480"/>
          </a:xfrm>
          <a:prstGeom prst="rect">
            <a:avLst/>
          </a:prstGeom>
          <a:solidFill>
            <a:srgbClr val="1E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pandas has fixed overhead — raw counting is faster but gives no analysis.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Spike rule is relative to mean, so fixed bursts are less visible at high load.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Header-only: encrypted HTTPS/TLS payloads are never inspected.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Switched-LAN visibility and NAT-based direction inference are limited.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256032"/>
            <a:ext cx="1554480" cy="430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004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3763"/>
                </a:solidFill>
                <a:latin typeface="Times New Roman"/>
              </a:rPr>
              <a:t>Conclusion, Future Work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0480"/>
          </a:xfrm>
          <a:prstGeom prst="rect">
            <a:avLst/>
          </a:prstGeom>
          <a:solidFill>
            <a:srgbClr val="1E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A working, tested and honest traffic monitoring and analysis tool.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Zero false positives on clean traffic at every tested load scale.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Future: GeoIP, TLS SNI parsing, ML-based detection, live BPF filters.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02020"/>
                </a:solidFill>
                <a:latin typeface="Times New Roman"/>
              </a:rPr>
              <a:t>•  References: Tanenbaum; Kurose &amp; Ross; Scapy; Streamlit; pandas.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